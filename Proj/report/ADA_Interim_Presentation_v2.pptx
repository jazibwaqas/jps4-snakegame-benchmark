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ADA INTERIM DEMO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Benchmarking Shortest-Path</a:t>
            </a:r>
          </a:p>
          <a:p>
            <a:pPr algn="l">
              <a:spcBef>
                <a:spcPts val="200"/>
              </a:spcBef>
            </a:pPr>
            <a:r>
              <a:rPr sz="3600" b="1" i="0">
                <a:solidFill>
                  <a:srgbClr val="FFFFFF"/>
                </a:solidFill>
              </a:rPr>
              <a:t>Algorithms on 4-Connected Grid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0B981"/>
                </a:solidFill>
              </a:rPr>
              <a:t>Dijkstra  ·  A*  ·  Jump Point Search (JPS4)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4114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D5E1"/>
                </a:solidFill>
              </a:rPr>
              <a:t>Jazib Waqas   ·   Salman Adnan   ·   Hunain Abbas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4748B"/>
                </a:solidFill>
              </a:rPr>
              <a:t>jw08048  ·  sa07885  ·  sh08466  ·  Habib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 — How We Built the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BENCHMARK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Grid setup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Random 50×50 grids with obstacles at 3 densities: 15%, 28%, 40%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Start and goal placed as far apart as possible; trials only counted when all 3 algorithms found a valid path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Fixed random seed (42), 24 trials per density for stable means</a:t>
            </a:r>
          </a:p>
          <a:p>
            <a:pPr algn="l">
              <a:spcBef>
                <a:spcPts val="1200"/>
              </a:spcBef>
            </a:pPr>
            <a:r>
              <a:rPr sz="1300" b="1" i="0">
                <a:solidFill>
                  <a:srgbClr val="10B981"/>
                </a:solidFill>
              </a:rPr>
              <a:t>What we measure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Node expansions — how many cells each algorithm processed (hardware-independent)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Wall-clock time in ms — includes all per-step overhead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Path length — confirms all 3 return the same shortest path (correctness check)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6583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WHY THE COMPARISON IS FAIR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960120"/>
            <a:ext cx="57607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0972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One search loop, three plug-ins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CBD5E1"/>
                </a:solidFill>
              </a:rPr>
              <a:t>All three algorithms run on the same underlying loop: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209397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Dijkstra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BD5E1"/>
                </a:solidFill>
              </a:rPr>
              <a:t>heuristic = 0,  neighbours = 4 adjacent cells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87121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78892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A*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BD5E1"/>
                </a:solidFill>
              </a:rPr>
              <a:t>heuristic = Manhattan distance,  neighbours = 4 adjacent cells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648456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JPS4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BD5E1"/>
                </a:solidFill>
              </a:rPr>
              <a:t>heuristic = Manhattan distance,  neighbours = jump points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Any difference in results is purely algorithmic — not a coding artefact.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57200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7091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Why three densities?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Low (15%): open map — long corridors, few forced choices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Medium (28%): mixed — obstacles start breaking up corridors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High (40%): dense — many dead-ends, short routes between obstacles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Node Expansions &amp;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557784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                 15% blocked        28% blocked        40% blocked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5577840" cy="292608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698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BD5E1"/>
                </a:solidFill>
              </a:rPr>
              <a:t>Algorithm       Exp.    ms        Exp.    ms        Exp.    ms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557784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Dijkstra      2062   7.07       1659   4.96        915   2.73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577840" cy="420624"/>
          </a:xfrm>
          <a:prstGeom prst="rect">
            <a:avLst/>
          </a:prstGeom>
          <a:solidFill>
            <a:srgbClr val="18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A*            1020   3.74        629   2.11        513   1.70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57984"/>
            <a:ext cx="557784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9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JPS4           488   4.43        970   6.22        682   3.13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786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Exp = mean node expansions   ·   ms = mean wall-clock time   ·   24 trials, 50×50 grid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34640"/>
            <a:ext cx="55778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[Insert results_combined.png here]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0807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Figure 1: Mean expansions (left) and wall-clock time in ms (right) vs. obstacle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6583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WHAT STANDS 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960120"/>
            <a:ext cx="580644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960120"/>
            <a:ext cx="54864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06984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A* vs Dijkstra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CBD5E1"/>
                </a:solidFill>
              </a:rPr>
              <a:t>A* consistently uses ~50% fewer node expansions than Dijkstra at every density tested. The Manhattan distance heuristic reliably cuts out the wrong half of the search space.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350008"/>
            <a:ext cx="580644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2350008"/>
            <a:ext cx="54864" cy="12984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459736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JPS4 at low density (15%)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CBD5E1"/>
                </a:solidFill>
              </a:rPr>
              <a:t>JPS4 expands only 488 nodes vs A*'s 1020 — a 52% reduction. Long open corridors let JPS4 jump far, visiting only the cells that actually matter.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739896"/>
            <a:ext cx="580644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739896"/>
            <a:ext cx="54864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849624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JPS4 at medium density (28%)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CBD5E1"/>
                </a:solidFill>
              </a:rPr>
              <a:t>JPS4's count rises to 970 — above A*'s 629. Obstacles shorten corridors, so each jump covers less ground. The pruning still runs, but returns less value.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5129784"/>
            <a:ext cx="580644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5129784"/>
            <a:ext cx="54864" cy="12984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239512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Timing inversion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CBD5E1"/>
                </a:solidFill>
              </a:rPr>
              <a:t>JPS4 is slower on the clock despite fewer expansions. Its inner loop is more complex than A*'s 4-way lookup. In Python this cost dominates. In compiled code (C++/Java) it disappears — confirmed by the original literature.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Discussion — What the Results Tell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11548872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Core finding: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JPS4's advantage is real, but conditional. It dominates on open maps; it loses its edge as obstacles fragment the space. The cross-over point is the key open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37947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379476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09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JPS4 wins on open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74519"/>
            <a:ext cx="35661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In a 4-connected grid, moving in a straight line through empty cells is always symmetric — every intermediate cell has identical cost and the same 3 neighbours.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JPS4 recognises this and skips directly to the next forced choice: a cell where an obstacle means you cannot continue straight without losing options.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Fewer cells in the open list = faster convergence. At 15% density this produces a 76% reduction in expansions compared to Dijkstra.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572768"/>
            <a:ext cx="37947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72768"/>
            <a:ext cx="379476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609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JPS4 loses at medium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874519"/>
            <a:ext cx="35661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Obstacles break corridors into short segments. Each jump now covers only 3–5 cells before hitting a wall, so the savings from skipping decrease.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But the cost of checking for jump points on each step stays constant. The algorithm does more work per expansion than A* and gets less payoff.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This is the density cross-over: the point where the overhead starts outweighing the pruning benefit. We have not yet pinned it down exactly.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572768"/>
            <a:ext cx="37947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572768"/>
            <a:ext cx="3794760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609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the timing result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874519"/>
            <a:ext cx="35661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JPS4 is slower in ms even where it expands fewer nodes. This is a Python prototype issue — the interpreter cost of the more complex inner loop dominates.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In C++ and Java implementations the per-step overhead is negligible (as shown in the original Harabor &amp; Grastien 2011 results).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CBD5E1"/>
                </a:solidFill>
              </a:rPr>
              <a:t>• Node expansions are the fair algorithmic metric at this stage. Timing becomes meaningful once we move to compiled benchmarks.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080760"/>
            <a:ext cx="11548872" cy="566928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Open question for Week 13:</a:t>
            </a:r>
          </a:p>
          <a:p>
            <a:pPr algn="l"/>
            <a:r>
              <a:rPr sz="1200" b="0" i="0">
                <a:solidFill>
                  <a:srgbClr val="CBD5E1"/>
                </a:solidFill>
              </a:rPr>
              <a:t>At what obstacle density does A* become more efficient than JPS4 on a 4-connected grid? Sweeping 5–50% in 5% steps will give us the full performance curve.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What's Next — Demo &amp; Final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SNAKE-GAME VISUALIZATION (IN PROGRESS)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23560" cy="4160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Why a Snake game?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BD5E1"/>
                </a:solidFill>
              </a:rPr>
              <a:t>The report gives the numbers. The demo makes them visible.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CBD5E1"/>
                </a:solidFill>
              </a:rPr>
              <a:t>A snake navigates toward food on a grid. Each algorithm runs separately, and the cells it explores are highlighted in real time: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15768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Dijkstra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BD5E1"/>
                </a:solidFill>
              </a:rPr>
              <a:t>Wide fan-out — explores in every direction before finding the goal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5204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41071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A*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BD5E1"/>
                </a:solidFill>
              </a:rPr>
              <a:t>Directed cone — focuses straight toward the food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325112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15384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JPS4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BD5E1"/>
                </a:solidFill>
              </a:rPr>
              <a:t>Sparse jumps — long straight lines with only a few stops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The visual difference makes the algorithmic trade-offs immediately intuitive for any audience.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6583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REMAINING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960120"/>
            <a:ext cx="5760720" cy="1755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960120"/>
            <a:ext cx="64008" cy="17556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124712"/>
            <a:ext cx="5394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Week 13 — Scale Up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CBD5E1"/>
                </a:solidFill>
              </a:rPr>
              <a:t>100×100 and 200×200 grids. Density sweep 5–50% to find the A*/JPS4 cross-over. Complete the Snake-game demo.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880360"/>
            <a:ext cx="5760720" cy="1755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880360"/>
            <a:ext cx="64008" cy="1755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044952"/>
            <a:ext cx="5394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Week 14 — Final Analysis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CBD5E1"/>
                </a:solidFill>
              </a:rPr>
              <a:t>Finalize all plots and tables. Write the discussion comparing results to literature benchmarks. Polish the paper.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800600"/>
            <a:ext cx="5760720" cy="1755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800600"/>
            <a:ext cx="64008" cy="17556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4965192"/>
            <a:ext cx="5394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Week 15 — Presentation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CBD5E1"/>
                </a:solidFill>
              </a:rPr>
              <a:t>Prepare final slides, rehearse the live demo, and submit by deadline.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